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1ae3fda8-dcad-f789-3663-cc026727b9d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7452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05740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HireLoop · Project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057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HireLoop Online Job Portal</a:t>
            </a:r>
            <a:endParaRPr lang="en-US" sz="3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Admin, Employer and Job Seeker dashboards in one 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problem and the goal</a:t>
            </a:r>
            <a:endParaRPr lang="en-US" sz="28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325880"/>
            <a:ext cx="384048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 bar"/>
          <p:cNvSpPr/>
          <p:nvPr/>
        </p:nvSpPr>
        <p:spPr>
          <a:xfrm>
            <a:off x="548640" y="1325880"/>
            <a:ext cx="3840480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Problem heading"/>
          <p:cNvSpPr txBox="1"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6" name="Problem text"/>
          <p:cNvSpPr txBox="1"/>
          <p:nvPr/>
        </p:nvSpPr>
        <p:spPr>
          <a:xfrm>
            <a:off x="731520" y="196596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Hiring and job hunting rely on scattered emails, spreadsheets and manual follow-up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Employers lose track of candidates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Job seekers never know where an application stands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Nobody oversees what gets posted</a:t>
            </a:r>
            <a:endParaRPr lang="en-US" sz="1300" dirty="0"/>
          </a:p>
        </p:txBody>
      </p:sp>
      <p:sp>
        <p:nvSpPr>
          <p:cNvPr id="7" name="Goal card"/>
          <p:cNvSpPr/>
          <p:nvPr/>
        </p:nvSpPr>
        <p:spPr>
          <a:xfrm>
            <a:off x="4754880" y="1325880"/>
            <a:ext cx="384048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Goal bar"/>
          <p:cNvSpPr/>
          <p:nvPr/>
        </p:nvSpPr>
        <p:spPr>
          <a:xfrm>
            <a:off x="4754880" y="1325880"/>
            <a:ext cx="384048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Goal heading"/>
          <p:cNvSpPr txBox="1"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goal</a:t>
            </a:r>
            <a:endParaRPr lang="en-US" sz="1600" dirty="0"/>
          </a:p>
        </p:txBody>
      </p:sp>
      <p:sp>
        <p:nvSpPr>
          <p:cNvPr id="10" name="Goal text"/>
          <p:cNvSpPr txBox="1"/>
          <p:nvPr/>
        </p:nvSpPr>
        <p:spPr>
          <a:xfrm>
            <a:off x="4937760" y="196596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portal for the whole process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Employers post jobs and manage applications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Job seekers search, apply and track status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Admins approve listings and control the system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Three users, three dashboards</a:t>
            </a:r>
            <a:endParaRPr lang="en-US" sz="2800" dirty="0"/>
          </a:p>
        </p:txBody>
      </p:sp>
      <p:sp>
        <p:nvSpPr>
          <p:cNvPr id="3" name="Admin card"/>
          <p:cNvSpPr/>
          <p:nvPr/>
        </p:nvSpPr>
        <p:spPr>
          <a:xfrm>
            <a:off x="548640" y="1325880"/>
            <a:ext cx="256032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dmin bar"/>
          <p:cNvSpPr/>
          <p:nvPr/>
        </p:nvSpPr>
        <p:spPr>
          <a:xfrm>
            <a:off x="548640" y="1325880"/>
            <a:ext cx="25603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dmin heading"/>
          <p:cNvSpPr txBox="1"/>
          <p:nvPr/>
        </p:nvSpPr>
        <p:spPr>
          <a:xfrm>
            <a:off x="7315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Admin</a:t>
            </a:r>
            <a:endParaRPr lang="en-US" sz="1600" dirty="0"/>
          </a:p>
        </p:txBody>
      </p:sp>
      <p:sp>
        <p:nvSpPr>
          <p:cNvPr id="6" name="Admin text"/>
          <p:cNvSpPr txBox="1"/>
          <p:nvPr/>
        </p:nvSpPr>
        <p:spPr>
          <a:xfrm>
            <a:off x="731520" y="196596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Manage users and roles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Approve or reject jobs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Statistics and live activity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System settings</a:t>
            </a:r>
            <a:endParaRPr lang="en-US" sz="1300" dirty="0"/>
          </a:p>
        </p:txBody>
      </p:sp>
      <p:sp>
        <p:nvSpPr>
          <p:cNvPr id="7" name="Employer card"/>
          <p:cNvSpPr/>
          <p:nvPr/>
        </p:nvSpPr>
        <p:spPr>
          <a:xfrm>
            <a:off x="3291840" y="1325880"/>
            <a:ext cx="256032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Employer bar"/>
          <p:cNvSpPr/>
          <p:nvPr/>
        </p:nvSpPr>
        <p:spPr>
          <a:xfrm>
            <a:off x="3291840" y="1325880"/>
            <a:ext cx="256032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Employer heading"/>
          <p:cNvSpPr txBox="1"/>
          <p:nvPr/>
        </p:nvSpPr>
        <p:spPr>
          <a:xfrm>
            <a:off x="34747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Employer</a:t>
            </a:r>
            <a:endParaRPr lang="en-US" sz="1600" dirty="0"/>
          </a:p>
        </p:txBody>
      </p:sp>
      <p:sp>
        <p:nvSpPr>
          <p:cNvPr id="10" name="Employer text"/>
          <p:cNvSpPr txBox="1"/>
          <p:nvPr/>
        </p:nvSpPr>
        <p:spPr>
          <a:xfrm>
            <a:off x="3474720" y="196596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Post, edit and delete jobs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Review applications, download resumes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Update status, message candidates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Application statistics</a:t>
            </a:r>
            <a:endParaRPr lang="en-US" sz="1300" dirty="0"/>
          </a:p>
        </p:txBody>
      </p:sp>
      <p:sp>
        <p:nvSpPr>
          <p:cNvPr id="11" name="Seeker card"/>
          <p:cNvSpPr/>
          <p:nvPr/>
        </p:nvSpPr>
        <p:spPr>
          <a:xfrm>
            <a:off x="6035040" y="1325880"/>
            <a:ext cx="256032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eeker bar"/>
          <p:cNvSpPr/>
          <p:nvPr/>
        </p:nvSpPr>
        <p:spPr>
          <a:xfrm>
            <a:off x="6035040" y="1325880"/>
            <a:ext cx="256032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Seeker heading"/>
          <p:cNvSpPr txBox="1"/>
          <p:nvPr/>
        </p:nvSpPr>
        <p:spPr>
          <a:xfrm>
            <a:off x="62179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Job seeker</a:t>
            </a:r>
            <a:endParaRPr lang="en-US" sz="1600" dirty="0"/>
          </a:p>
        </p:txBody>
      </p:sp>
      <p:sp>
        <p:nvSpPr>
          <p:cNvPr id="14" name="Seeker text"/>
          <p:cNvSpPr txBox="1"/>
          <p:nvPr/>
        </p:nvSpPr>
        <p:spPr>
          <a:xfrm>
            <a:off x="6217920" y="196596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Search and filter jobs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Apply with resume and cover letter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Track status and history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Skill-based recommendations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a job moves through the system</a:t>
            </a:r>
            <a:endParaRPr lang="en-US" sz="2800" dirty="0"/>
          </a:p>
        </p:txBody>
      </p:sp>
      <p:sp>
        <p:nvSpPr>
          <p:cNvPr id="3" name="Step 1 box"/>
          <p:cNvSpPr/>
          <p:nvPr/>
        </p:nvSpPr>
        <p:spPr>
          <a:xfrm>
            <a:off x="502920" y="1463040"/>
            <a:ext cx="1444752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1 title"/>
          <p:cNvSpPr txBox="1"/>
          <p:nvPr/>
        </p:nvSpPr>
        <p:spPr>
          <a:xfrm>
            <a:off x="594360" y="15544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Employer posts</a:t>
            </a:r>
            <a:endParaRPr lang="en-US" sz="1400" dirty="0"/>
          </a:p>
        </p:txBody>
      </p:sp>
      <p:sp>
        <p:nvSpPr>
          <p:cNvPr id="5" name="Step 1 caption"/>
          <p:cNvSpPr txBox="1"/>
          <p:nvPr/>
        </p:nvSpPr>
        <p:spPr>
          <a:xfrm>
            <a:off x="594360" y="205740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Fills in title, pay, requirements</a:t>
            </a:r>
            <a:endParaRPr lang="en-US" sz="1200" dirty="0"/>
          </a:p>
        </p:txBody>
      </p:sp>
      <p:sp>
        <p:nvSpPr>
          <p:cNvPr id="6" name="Arrow 1"/>
          <p:cNvSpPr/>
          <p:nvPr/>
        </p:nvSpPr>
        <p:spPr>
          <a:xfrm>
            <a:off x="1984248" y="2240280"/>
            <a:ext cx="155448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tep 2 box"/>
          <p:cNvSpPr/>
          <p:nvPr/>
        </p:nvSpPr>
        <p:spPr>
          <a:xfrm>
            <a:off x="2176272" y="1463040"/>
            <a:ext cx="1444752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tep 2 title"/>
          <p:cNvSpPr txBox="1"/>
          <p:nvPr/>
        </p:nvSpPr>
        <p:spPr>
          <a:xfrm>
            <a:off x="2267712" y="15544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 reviews</a:t>
            </a:r>
            <a:endParaRPr lang="en-US" sz="1400" dirty="0"/>
          </a:p>
        </p:txBody>
      </p:sp>
      <p:sp>
        <p:nvSpPr>
          <p:cNvPr id="9" name="Step 2 caption"/>
          <p:cNvSpPr txBox="1"/>
          <p:nvPr/>
        </p:nvSpPr>
        <p:spPr>
          <a:xfrm>
            <a:off x="2267712" y="205740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Approves or rejects the listing</a:t>
            </a:r>
            <a:endParaRPr lang="en-US" sz="1200" dirty="0"/>
          </a:p>
        </p:txBody>
      </p:sp>
      <p:sp>
        <p:nvSpPr>
          <p:cNvPr id="10" name="Arrow 2"/>
          <p:cNvSpPr/>
          <p:nvPr/>
        </p:nvSpPr>
        <p:spPr>
          <a:xfrm>
            <a:off x="3657600" y="2240280"/>
            <a:ext cx="155448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3 box"/>
          <p:cNvSpPr/>
          <p:nvPr/>
        </p:nvSpPr>
        <p:spPr>
          <a:xfrm>
            <a:off x="3849624" y="1463040"/>
            <a:ext cx="1444752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ep 3 title"/>
          <p:cNvSpPr txBox="1"/>
          <p:nvPr/>
        </p:nvSpPr>
        <p:spPr>
          <a:xfrm>
            <a:off x="3941064" y="15544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Seeker applies</a:t>
            </a:r>
            <a:endParaRPr lang="en-US" sz="1400" dirty="0"/>
          </a:p>
        </p:txBody>
      </p:sp>
      <p:sp>
        <p:nvSpPr>
          <p:cNvPr id="13" name="Step 3 caption"/>
          <p:cNvSpPr txBox="1"/>
          <p:nvPr/>
        </p:nvSpPr>
        <p:spPr>
          <a:xfrm>
            <a:off x="3941064" y="205740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Resume and cover letter sent</a:t>
            </a:r>
            <a:endParaRPr lang="en-US" sz="1200" dirty="0"/>
          </a:p>
        </p:txBody>
      </p:sp>
      <p:sp>
        <p:nvSpPr>
          <p:cNvPr id="14" name="Arrow 3"/>
          <p:cNvSpPr/>
          <p:nvPr/>
        </p:nvSpPr>
        <p:spPr>
          <a:xfrm>
            <a:off x="5330952" y="2240280"/>
            <a:ext cx="155448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4 box"/>
          <p:cNvSpPr/>
          <p:nvPr/>
        </p:nvSpPr>
        <p:spPr>
          <a:xfrm>
            <a:off x="5522976" y="1463040"/>
            <a:ext cx="1444752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4 title"/>
          <p:cNvSpPr txBox="1"/>
          <p:nvPr/>
        </p:nvSpPr>
        <p:spPr>
          <a:xfrm>
            <a:off x="5614416" y="15544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Employer reviews</a:t>
            </a:r>
            <a:endParaRPr lang="en-US" sz="1400" dirty="0"/>
          </a:p>
        </p:txBody>
      </p:sp>
      <p:sp>
        <p:nvSpPr>
          <p:cNvPr id="17" name="Step 4 caption"/>
          <p:cNvSpPr txBox="1"/>
          <p:nvPr/>
        </p:nvSpPr>
        <p:spPr>
          <a:xfrm>
            <a:off x="5614416" y="205740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Sets status, sends messages</a:t>
            </a:r>
            <a:endParaRPr lang="en-US" sz="1200" dirty="0"/>
          </a:p>
        </p:txBody>
      </p:sp>
      <p:sp>
        <p:nvSpPr>
          <p:cNvPr id="18" name="Arrow 4"/>
          <p:cNvSpPr/>
          <p:nvPr/>
        </p:nvSpPr>
        <p:spPr>
          <a:xfrm>
            <a:off x="7004304" y="2240280"/>
            <a:ext cx="155448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Step 5 box"/>
          <p:cNvSpPr/>
          <p:nvPr/>
        </p:nvSpPr>
        <p:spPr>
          <a:xfrm>
            <a:off x="7196328" y="1463040"/>
            <a:ext cx="1444752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ep 5 title"/>
          <p:cNvSpPr txBox="1"/>
          <p:nvPr/>
        </p:nvSpPr>
        <p:spPr>
          <a:xfrm>
            <a:off x="7287768" y="15544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Outcome</a:t>
            </a:r>
            <a:endParaRPr lang="en-US" sz="1400" dirty="0"/>
          </a:p>
        </p:txBody>
      </p:sp>
      <p:sp>
        <p:nvSpPr>
          <p:cNvPr id="21" name="Step 5 caption"/>
          <p:cNvSpPr txBox="1"/>
          <p:nvPr/>
        </p:nvSpPr>
        <p:spPr>
          <a:xfrm>
            <a:off x="7287768" y="205740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Hired or Rejected, visible to the seeker</a:t>
            </a:r>
            <a:endParaRPr lang="en-US" sz="1200" dirty="0"/>
          </a:p>
        </p:txBody>
      </p:sp>
      <p:sp>
        <p:nvSpPr>
          <p:cNvPr id="22" name="Lifecycle note"/>
          <p:cNvSpPr txBox="1"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job stays hidden from job seekers until the admin approves it. Every status change is shown on the seeker's dashboard.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it is built</a:t>
            </a:r>
            <a:endParaRPr lang="en-US" sz="2800" dirty="0"/>
          </a:p>
        </p:txBody>
      </p:sp>
      <p:sp>
        <p:nvSpPr>
          <p:cNvPr id="3" name="Build list"/>
          <p:cNvSpPr txBox="1"/>
          <p:nvPr/>
        </p:nvSpPr>
        <p:spPr>
          <a:xfrm>
            <a:off x="548640" y="13716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Front end: one HTML page, plain JavaScript, light and dark themes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Back end: Node.js with no external packages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Storage: JSON data file plus a resume folder, written atomically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Interface: sign-in, state, one action endpoint, resume download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action is mapped to the roles allowed to use it</a:t>
            </a:r>
            <a:endParaRPr lang="en-US" sz="1400" dirty="0"/>
          </a:p>
        </p:txBody>
      </p:sp>
      <p:sp>
        <p:nvSpPr>
          <p:cNvPr id="4" name="Browser box"/>
          <p:cNvSpPr/>
          <p:nvPr/>
        </p:nvSpPr>
        <p:spPr>
          <a:xfrm>
            <a:off x="5577840" y="1371600"/>
            <a:ext cx="301752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rowser label"/>
          <p:cNvSpPr txBox="1"/>
          <p:nvPr/>
        </p:nvSpPr>
        <p:spPr>
          <a:xfrm>
            <a:off x="57150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Browser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 dashboards</a:t>
            </a:r>
            <a:endParaRPr lang="en-US" sz="1500" dirty="0"/>
          </a:p>
        </p:txBody>
      </p:sp>
      <p:sp>
        <p:nvSpPr>
          <p:cNvPr id="6" name="Flow arrow 1"/>
          <p:cNvSpPr/>
          <p:nvPr/>
        </p:nvSpPr>
        <p:spPr>
          <a:xfrm>
            <a:off x="6967728" y="2176272"/>
            <a:ext cx="237744" cy="219456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erver box"/>
          <p:cNvSpPr/>
          <p:nvPr/>
        </p:nvSpPr>
        <p:spPr>
          <a:xfrm>
            <a:off x="5577840" y="2423160"/>
            <a:ext cx="3017520" cy="777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erver label"/>
          <p:cNvSpPr txBox="1"/>
          <p:nvPr/>
        </p:nvSpPr>
        <p:spPr>
          <a:xfrm>
            <a:off x="5715000" y="2423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Server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Sessions, role checks, validation</a:t>
            </a:r>
            <a:endParaRPr lang="en-US" sz="1500" dirty="0"/>
          </a:p>
        </p:txBody>
      </p:sp>
      <p:sp>
        <p:nvSpPr>
          <p:cNvPr id="9" name="Flow arrow 2"/>
          <p:cNvSpPr/>
          <p:nvPr/>
        </p:nvSpPr>
        <p:spPr>
          <a:xfrm>
            <a:off x="6967728" y="3227832"/>
            <a:ext cx="237744" cy="219456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Data store box"/>
          <p:cNvSpPr/>
          <p:nvPr/>
        </p:nvSpPr>
        <p:spPr>
          <a:xfrm>
            <a:off x="5577840" y="3474720"/>
            <a:ext cx="301752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Data store label"/>
          <p:cNvSpPr txBox="1"/>
          <p:nvPr/>
        </p:nvSpPr>
        <p:spPr>
          <a:xfrm>
            <a:off x="5715000" y="3474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store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Users, jobs, applications, resumes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Security and testing</a:t>
            </a:r>
            <a:endParaRPr lang="en-US" sz="2800" dirty="0"/>
          </a:p>
        </p:txBody>
      </p:sp>
      <p:sp>
        <p:nvSpPr>
          <p:cNvPr id="3" name="Security card"/>
          <p:cNvSpPr/>
          <p:nvPr/>
        </p:nvSpPr>
        <p:spPr>
          <a:xfrm>
            <a:off x="548640" y="1325880"/>
            <a:ext cx="384048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ecurity bar"/>
          <p:cNvSpPr/>
          <p:nvPr/>
        </p:nvSpPr>
        <p:spPr>
          <a:xfrm>
            <a:off x="548640" y="1325880"/>
            <a:ext cx="384048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ecurity heading"/>
          <p:cNvSpPr txBox="1"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Security</a:t>
            </a:r>
            <a:endParaRPr lang="en-US" sz="1600" dirty="0"/>
          </a:p>
        </p:txBody>
      </p:sp>
      <p:sp>
        <p:nvSpPr>
          <p:cNvPr id="6" name="Security text"/>
          <p:cNvSpPr txBox="1"/>
          <p:nvPr/>
        </p:nvSpPr>
        <p:spPr>
          <a:xfrm>
            <a:off x="731520" y="196596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Passwords hashed with scrypt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Signed HttpOnly session cookies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Role checked on every action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Login attempts rate limited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Resume files type and size checked</a:t>
            </a:r>
            <a:endParaRPr lang="en-US" sz="1300" dirty="0"/>
          </a:p>
        </p:txBody>
      </p:sp>
      <p:sp>
        <p:nvSpPr>
          <p:cNvPr id="7" name="Testing card"/>
          <p:cNvSpPr/>
          <p:nvPr/>
        </p:nvSpPr>
        <p:spPr>
          <a:xfrm>
            <a:off x="4754880" y="1325880"/>
            <a:ext cx="384048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sting bar"/>
          <p:cNvSpPr/>
          <p:nvPr/>
        </p:nvSpPr>
        <p:spPr>
          <a:xfrm>
            <a:off x="4754880" y="1325880"/>
            <a:ext cx="384048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sting heading"/>
          <p:cNvSpPr txBox="1"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Testing</a:t>
            </a:r>
            <a:endParaRPr lang="en-US" sz="1600" dirty="0"/>
          </a:p>
        </p:txBody>
      </p:sp>
      <p:sp>
        <p:nvSpPr>
          <p:cNvPr id="10" name="Testing text"/>
          <p:cNvSpPr txBox="1"/>
          <p:nvPr/>
        </p:nvSpPr>
        <p:spPr>
          <a:xfrm>
            <a:off x="4937760" y="196596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End-to-end run through all three roles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Job seeker refused admin actions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 survives a server restart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yet: an automated test suite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Using the portal</a:t>
            </a:r>
            <a:endParaRPr lang="en-US" sz="2800" dirty="0"/>
          </a:p>
        </p:txBody>
      </p:sp>
      <p:sp>
        <p:nvSpPr>
          <p:cNvPr id="3" name="UseEmployer card"/>
          <p:cNvSpPr/>
          <p:nvPr/>
        </p:nvSpPr>
        <p:spPr>
          <a:xfrm>
            <a:off x="548640" y="1325880"/>
            <a:ext cx="256032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UseEmployer bar"/>
          <p:cNvSpPr/>
          <p:nvPr/>
        </p:nvSpPr>
        <p:spPr>
          <a:xfrm>
            <a:off x="548640" y="1325880"/>
            <a:ext cx="256032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UseEmployer heading"/>
          <p:cNvSpPr txBox="1"/>
          <p:nvPr/>
        </p:nvSpPr>
        <p:spPr>
          <a:xfrm>
            <a:off x="7315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Employer</a:t>
            </a:r>
            <a:endParaRPr lang="en-US" sz="1600" dirty="0"/>
          </a:p>
        </p:txBody>
      </p:sp>
      <p:sp>
        <p:nvSpPr>
          <p:cNvPr id="6" name="UseEmployer text"/>
          <p:cNvSpPr txBox="1"/>
          <p:nvPr/>
        </p:nvSpPr>
        <p:spPr>
          <a:xfrm>
            <a:off x="731520" y="196596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Register as an employer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Post a job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Admin approves 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Review applicants, set status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Message candidates</a:t>
            </a:r>
            <a:endParaRPr lang="en-US" sz="1300" dirty="0"/>
          </a:p>
        </p:txBody>
      </p:sp>
      <p:sp>
        <p:nvSpPr>
          <p:cNvPr id="7" name="UseSeeker card"/>
          <p:cNvSpPr/>
          <p:nvPr/>
        </p:nvSpPr>
        <p:spPr>
          <a:xfrm>
            <a:off x="3291840" y="1325880"/>
            <a:ext cx="256032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UseSeeker bar"/>
          <p:cNvSpPr/>
          <p:nvPr/>
        </p:nvSpPr>
        <p:spPr>
          <a:xfrm>
            <a:off x="3291840" y="1325880"/>
            <a:ext cx="256032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UseSeeker heading"/>
          <p:cNvSpPr txBox="1"/>
          <p:nvPr/>
        </p:nvSpPr>
        <p:spPr>
          <a:xfrm>
            <a:off x="34747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Job seeker</a:t>
            </a:r>
            <a:endParaRPr lang="en-US" sz="1600" dirty="0"/>
          </a:p>
        </p:txBody>
      </p:sp>
      <p:sp>
        <p:nvSpPr>
          <p:cNvPr id="10" name="UseSeeker text"/>
          <p:cNvSpPr txBox="1"/>
          <p:nvPr/>
        </p:nvSpPr>
        <p:spPr>
          <a:xfrm>
            <a:off x="3474720" y="196596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Register as a job seeker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 skills, upload resume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Search and apply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Track status and messages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Check recommended jobs</a:t>
            </a:r>
            <a:endParaRPr lang="en-US" sz="1300" dirty="0"/>
          </a:p>
        </p:txBody>
      </p:sp>
      <p:sp>
        <p:nvSpPr>
          <p:cNvPr id="11" name="UseAdmin card"/>
          <p:cNvSpPr/>
          <p:nvPr/>
        </p:nvSpPr>
        <p:spPr>
          <a:xfrm>
            <a:off x="6035040" y="1325880"/>
            <a:ext cx="256032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UseAdmin bar"/>
          <p:cNvSpPr/>
          <p:nvPr/>
        </p:nvSpPr>
        <p:spPr>
          <a:xfrm>
            <a:off x="6035040" y="1325880"/>
            <a:ext cx="25603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UseAdmin heading"/>
          <p:cNvSpPr txBox="1"/>
          <p:nvPr/>
        </p:nvSpPr>
        <p:spPr>
          <a:xfrm>
            <a:off x="621792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Admin</a:t>
            </a:r>
            <a:endParaRPr lang="en-US" sz="1600" dirty="0"/>
          </a:p>
        </p:txBody>
      </p:sp>
      <p:sp>
        <p:nvSpPr>
          <p:cNvPr id="14" name="UseAdmin text"/>
          <p:cNvSpPr txBox="1"/>
          <p:nvPr/>
        </p:nvSpPr>
        <p:spPr>
          <a:xfrm>
            <a:off x="6217920" y="196596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Sign in with the set-up login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Approve or reject jobs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Manage users and roles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Watch statistics and activity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Adjust settings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Live demo plan</a:t>
            </a:r>
            <a:endParaRPr lang="en-US" sz="2800" dirty="0"/>
          </a:p>
        </p:txBody>
      </p:sp>
      <p:sp>
        <p:nvSpPr>
          <p:cNvPr id="3" name="Demo 1 box"/>
          <p:cNvSpPr/>
          <p:nvPr/>
        </p:nvSpPr>
        <p:spPr>
          <a:xfrm>
            <a:off x="548640" y="1463040"/>
            <a:ext cx="187452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Demo 1 title"/>
          <p:cNvSpPr txBox="1"/>
          <p:nvPr/>
        </p:nvSpPr>
        <p:spPr>
          <a:xfrm>
            <a:off x="658368" y="157276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Window 1: Admin</a:t>
            </a:r>
            <a:endParaRPr lang="en-US" sz="1400" dirty="0"/>
          </a:p>
        </p:txBody>
      </p:sp>
      <p:sp>
        <p:nvSpPr>
          <p:cNvPr id="5" name="Demo 1 caption"/>
          <p:cNvSpPr txBox="1"/>
          <p:nvPr/>
        </p:nvSpPr>
        <p:spPr>
          <a:xfrm>
            <a:off x="658368" y="210312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 in with the admin login</a:t>
            </a:r>
            <a:endParaRPr lang="en-US" sz="1200" dirty="0"/>
          </a:p>
        </p:txBody>
      </p:sp>
      <p:sp>
        <p:nvSpPr>
          <p:cNvPr id="6" name="Demo arrow 1"/>
          <p:cNvSpPr/>
          <p:nvPr/>
        </p:nvSpPr>
        <p:spPr>
          <a:xfrm>
            <a:off x="2441448" y="2148840"/>
            <a:ext cx="146304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Demo 2 box"/>
          <p:cNvSpPr/>
          <p:nvPr/>
        </p:nvSpPr>
        <p:spPr>
          <a:xfrm>
            <a:off x="2606040" y="1463040"/>
            <a:ext cx="187452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Demo 2 title"/>
          <p:cNvSpPr txBox="1"/>
          <p:nvPr/>
        </p:nvSpPr>
        <p:spPr>
          <a:xfrm>
            <a:off x="2715768" y="157276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Window 2: Employer</a:t>
            </a:r>
            <a:endParaRPr lang="en-US" sz="1400" dirty="0"/>
          </a:p>
        </p:txBody>
      </p:sp>
      <p:sp>
        <p:nvSpPr>
          <p:cNvPr id="9" name="Demo 2 caption"/>
          <p:cNvSpPr txBox="1"/>
          <p:nvPr/>
        </p:nvSpPr>
        <p:spPr>
          <a:xfrm>
            <a:off x="2715768" y="210312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Register, then post a job</a:t>
            </a:r>
            <a:endParaRPr lang="en-US" sz="1200" dirty="0"/>
          </a:p>
        </p:txBody>
      </p:sp>
      <p:sp>
        <p:nvSpPr>
          <p:cNvPr id="10" name="Demo arrow 2"/>
          <p:cNvSpPr/>
          <p:nvPr/>
        </p:nvSpPr>
        <p:spPr>
          <a:xfrm>
            <a:off x="4498848" y="2148840"/>
            <a:ext cx="146304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Demo 3 box"/>
          <p:cNvSpPr/>
          <p:nvPr/>
        </p:nvSpPr>
        <p:spPr>
          <a:xfrm>
            <a:off x="4663440" y="1463040"/>
            <a:ext cx="187452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Demo 3 title"/>
          <p:cNvSpPr txBox="1"/>
          <p:nvPr/>
        </p:nvSpPr>
        <p:spPr>
          <a:xfrm>
            <a:off x="4773168" y="157276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Back to Admin</a:t>
            </a:r>
            <a:endParaRPr lang="en-US" sz="1400" dirty="0"/>
          </a:p>
        </p:txBody>
      </p:sp>
      <p:sp>
        <p:nvSpPr>
          <p:cNvPr id="13" name="Demo 3 caption"/>
          <p:cNvSpPr txBox="1"/>
          <p:nvPr/>
        </p:nvSpPr>
        <p:spPr>
          <a:xfrm>
            <a:off x="4773168" y="210312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Approve the job under Job listings</a:t>
            </a:r>
            <a:endParaRPr lang="en-US" sz="1200" dirty="0"/>
          </a:p>
        </p:txBody>
      </p:sp>
      <p:sp>
        <p:nvSpPr>
          <p:cNvPr id="14" name="Demo arrow 3"/>
          <p:cNvSpPr/>
          <p:nvPr/>
        </p:nvSpPr>
        <p:spPr>
          <a:xfrm>
            <a:off x="6556248" y="2148840"/>
            <a:ext cx="146304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Demo 4 box"/>
          <p:cNvSpPr/>
          <p:nvPr/>
        </p:nvSpPr>
        <p:spPr>
          <a:xfrm>
            <a:off x="6720840" y="1463040"/>
            <a:ext cx="187452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Demo 4 title"/>
          <p:cNvSpPr txBox="1"/>
          <p:nvPr/>
        </p:nvSpPr>
        <p:spPr>
          <a:xfrm>
            <a:off x="6830568" y="157276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Window 3: Job seeker</a:t>
            </a:r>
            <a:endParaRPr lang="en-US" sz="1400" dirty="0"/>
          </a:p>
        </p:txBody>
      </p:sp>
      <p:sp>
        <p:nvSpPr>
          <p:cNvPr id="17" name="Demo 4 caption"/>
          <p:cNvSpPr txBox="1"/>
          <p:nvPr/>
        </p:nvSpPr>
        <p:spPr>
          <a:xfrm>
            <a:off x="6830568" y="210312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Upload resume, search, apply</a:t>
            </a:r>
            <a:endParaRPr lang="en-US" sz="1200" dirty="0"/>
          </a:p>
        </p:txBody>
      </p:sp>
      <p:sp>
        <p:nvSpPr>
          <p:cNvPr id="18" name="Demo finish"/>
          <p:cNvSpPr txBox="1"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Finish: the employer sets the status to Shortlisted and sends a message, then the job seeker reloads and sees both. Use a private window or another browser for each person, because one browser keeps one login.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Deploying it</a:t>
            </a:r>
            <a:endParaRPr lang="en-US" sz="2800" dirty="0"/>
          </a:p>
        </p:txBody>
      </p:sp>
      <p:sp>
        <p:nvSpPr>
          <p:cNvPr id="3" name="Render card"/>
          <p:cNvSpPr/>
          <p:nvPr/>
        </p:nvSpPr>
        <p:spPr>
          <a:xfrm>
            <a:off x="548640" y="1325880"/>
            <a:ext cx="384048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nder bar"/>
          <p:cNvSpPr/>
          <p:nvPr/>
        </p:nvSpPr>
        <p:spPr>
          <a:xfrm>
            <a:off x="548640" y="1325880"/>
            <a:ext cx="384048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ender heading"/>
          <p:cNvSpPr txBox="1"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Option 1: Render</a:t>
            </a:r>
            <a:endParaRPr lang="en-US" sz="1600" dirty="0"/>
          </a:p>
        </p:txBody>
      </p:sp>
      <p:sp>
        <p:nvSpPr>
          <p:cNvPr id="6" name="Render text"/>
          <p:cNvSpPr txBox="1"/>
          <p:nvPr/>
        </p:nvSpPr>
        <p:spPr>
          <a:xfrm>
            <a:off x="731520" y="196596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Upload the folder to GitHub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New, then Blueprint, pick the repo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Set admin email and password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Apply, then open the onrender.com address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paid plan is needed for the disk</a:t>
            </a:r>
            <a:endParaRPr lang="en-US" sz="1300" dirty="0"/>
          </a:p>
        </p:txBody>
      </p:sp>
      <p:sp>
        <p:nvSpPr>
          <p:cNvPr id="7" name="Docker card"/>
          <p:cNvSpPr/>
          <p:nvPr/>
        </p:nvSpPr>
        <p:spPr>
          <a:xfrm>
            <a:off x="4754880" y="1325880"/>
            <a:ext cx="384048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ocker bar"/>
          <p:cNvSpPr/>
          <p:nvPr/>
        </p:nvSpPr>
        <p:spPr>
          <a:xfrm>
            <a:off x="4754880" y="1325880"/>
            <a:ext cx="384048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Docker heading"/>
          <p:cNvSpPr txBox="1"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Option 2: Own server</a:t>
            </a:r>
            <a:endParaRPr lang="en-US" sz="1600" dirty="0"/>
          </a:p>
        </p:txBody>
      </p:sp>
      <p:sp>
        <p:nvSpPr>
          <p:cNvPr id="10" name="Docker text"/>
          <p:cNvSpPr txBox="1"/>
          <p:nvPr/>
        </p:nvSpPr>
        <p:spPr>
          <a:xfrm>
            <a:off x="4937760" y="196596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Copy the folder to a Linux server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build, then docker run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Mount a volume at /data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Set secret, admin email, password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Caddy adds HTTPS automatically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Next steps and conclusion</a:t>
            </a:r>
            <a:endParaRPr lang="en-US" sz="2800" dirty="0"/>
          </a:p>
        </p:txBody>
      </p:sp>
      <p:sp>
        <p:nvSpPr>
          <p:cNvPr id="3" name="Next card"/>
          <p:cNvSpPr/>
          <p:nvPr/>
        </p:nvSpPr>
        <p:spPr>
          <a:xfrm>
            <a:off x="548640" y="1325880"/>
            <a:ext cx="384048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ext bar"/>
          <p:cNvSpPr/>
          <p:nvPr/>
        </p:nvSpPr>
        <p:spPr>
          <a:xfrm>
            <a:off x="548640" y="1325880"/>
            <a:ext cx="384048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Next heading"/>
          <p:cNvSpPr txBox="1"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6" name="Next text"/>
          <p:cNvSpPr txBox="1"/>
          <p:nvPr/>
        </p:nvSpPr>
        <p:spPr>
          <a:xfrm>
            <a:off x="731520" y="196596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Email notifications and password reset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PostgreSQL or MongoDB for many users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Saved jobs and alerts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Automated tests</a:t>
            </a:r>
            <a:endParaRPr lang="en-US" sz="1300" dirty="0"/>
          </a:p>
        </p:txBody>
      </p:sp>
      <p:sp>
        <p:nvSpPr>
          <p:cNvPr id="7" name="Conclusion card"/>
          <p:cNvSpPr/>
          <p:nvPr/>
        </p:nvSpPr>
        <p:spPr>
          <a:xfrm>
            <a:off x="4754880" y="1325880"/>
            <a:ext cx="384048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nclusion bar"/>
          <p:cNvSpPr/>
          <p:nvPr/>
        </p:nvSpPr>
        <p:spPr>
          <a:xfrm>
            <a:off x="4754880" y="1325880"/>
            <a:ext cx="384048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onclusion heading"/>
          <p:cNvSpPr txBox="1"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10" name="Conclusion text"/>
          <p:cNvSpPr txBox="1"/>
          <p:nvPr/>
        </p:nvSpPr>
        <p:spPr>
          <a:xfrm>
            <a:off x="4937760" y="196596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function in the brief works for all three roles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 accounts, role checks, resume uploads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 persists across restarts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Deployable with a few commands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reLoop">
  <a:themeElements>
    <a:clrScheme name="HireLoop">
      <a:dk1>
        <a:srgbClr val="17201F"/>
      </a:dk1>
      <a:lt1>
        <a:srgbClr val="FFFFFF"/>
      </a:lt1>
      <a:dk2>
        <a:srgbClr val="0F5C5A"/>
      </a:dk2>
      <a:lt2>
        <a:srgbClr val="EEF3F2"/>
      </a:lt2>
      <a:accent1>
        <a:srgbClr val="0F5C5A"/>
      </a:accent1>
      <a:accent2>
        <a:srgbClr val="E8A317"/>
      </a:accent2>
      <a:accent3>
        <a:srgbClr val="1C7A3F"/>
      </a:accent3>
      <a:accent4>
        <a:srgbClr val="B3341F"/>
      </a:accent4>
      <a:accent5>
        <a:srgbClr val="5F6B69"/>
      </a:accent5>
      <a:accent6>
        <a:srgbClr val="4FC3BD"/>
      </a:accent6>
      <a:hlink>
        <a:srgbClr val="0F5C5A"/>
      </a:hlink>
      <a:folHlink>
        <a:srgbClr val="5F6B69"/>
      </a:folHlink>
    </a:clrScheme>
    <a:fontScheme name="HireLoop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HireLoop Online Job Portal</dc:title>
  <dc:subject>PptxGenJS Presentation</dc:subject>
  <dc:creator>PptxGenJS</dc:creator>
  <cp:lastModifiedBy>PptxGenJS</cp:lastModifiedBy>
  <cp:revision>1</cp:revision>
  <dcterms:created xsi:type="dcterms:W3CDTF">2026-10-08T04:17:05Z</dcterms:created>
  <dcterms:modified xsi:type="dcterms:W3CDTF">2026-10-08T04:17:05Z</dcterms:modified>
</cp:coreProperties>
</file>